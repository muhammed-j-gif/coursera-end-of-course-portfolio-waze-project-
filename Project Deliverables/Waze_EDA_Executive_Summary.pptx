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320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" y="13898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Waze User Churn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64592" y="1325880"/>
            <a:ext cx="2331720" cy="36576"/>
          </a:xfrm>
          <a:prstGeom prst="rect">
            <a:avLst/>
          </a:prstGeom>
          <a:solidFill>
            <a:srgbClr val="4A5FA8"/>
          </a:solidFill>
          <a:ln w="12700">
            <a:solidFill>
              <a:srgbClr val="4A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331720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3317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734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" y="3355848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558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37581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" y="4379976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3799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4782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5404104"/>
            <a:ext cx="54864" cy="7498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54041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5806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Labels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" y="6492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 |  Data Analytics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0"/>
            <a:ext cx="9326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Waze User Churn — Exploratory Data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99232" y="804672"/>
            <a:ext cx="431596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99232" y="804672"/>
            <a:ext cx="4315968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8046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27248" y="1170432"/>
            <a:ext cx="405993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14,999 users, 13 variables covering app usage, driving behavior, and churn status.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patterns and key drivers of user churn in the Waze navigation app.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split: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2:1 iPhone vs. Android users. Churn rate is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both device types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range: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span from near-zero to ~3,500 days (~9.5 years), uniformly distributed.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71232" y="804672"/>
            <a:ext cx="431596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804672"/>
            <a:ext cx="4315968" cy="274320"/>
          </a:xfrm>
          <a:prstGeom prst="rect">
            <a:avLst/>
          </a:prstGeom>
          <a:solidFill>
            <a:srgbClr val="DB4437"/>
          </a:solidFill>
          <a:ln w="12700">
            <a:solidFill>
              <a:srgbClr val="DB4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8046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ANOMALIES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99248" y="1170432"/>
            <a:ext cx="405993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labels: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rows (4.7%) have no churn label — requires follow-up with data team.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distributions: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(median 56), drives (median 48), and km driven all show heavy right tails.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outlier: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km_per_driving_day = 15,420 km (physically impossible). Values capped at 1,200 km for analysis.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discrepancy: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activity_days = 31, but max driving_days = 30. Flagged for data team review.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99232" y="3566160"/>
            <a:ext cx="29992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99232" y="3566160"/>
            <a:ext cx="2999232" cy="2743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5661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27248" y="39319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95th-percentile imputation applied to 5 numeric columns.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applied: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243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201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total_sessions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454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driven_km_drives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8,890 km
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duration_minutes_drives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4,669 min
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km_per_driving_day values (zero driving days) set to 0.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08192" y="3566160"/>
            <a:ext cx="29992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08192" y="3566160"/>
            <a:ext cx="2999232" cy="27432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5661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6208" y="39319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protects retention: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driving 30 days/month had 0% churn. Those with 0 driving days showed ~40% churn.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increases churn risk: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rises as km_per_driving_day increases — high-distance users are at risk.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surge mystery: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all users had ≥40% of their lifetime sessions in just the last month, across all tenure levels.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62288" y="3566160"/>
            <a:ext cx="299923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62288" y="3566160"/>
            <a:ext cx="2999232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35661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90304" y="39319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session surge with the Waze data team — root cause unknown.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activity_days vs. driving_days calendar discrepancy (31 vs. 30 days).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churn model using km_per_driving_day and driving_days as key features.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retention campaigns for long-distance, low-frequency users.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6675120"/>
            <a:ext cx="9326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2026-03-15T23:06:32Z</dcterms:created>
  <dcterms:modified xsi:type="dcterms:W3CDTF">2026-03-15T23:06:32Z</dcterms:modified>
</cp:coreProperties>
</file>